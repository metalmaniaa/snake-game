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A838"/>
    <a:srgbClr val="404129"/>
    <a:srgbClr val="5E4E44"/>
    <a:srgbClr val="674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842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94310"/>
            <a:ext cx="9144000" cy="51435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7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martTrip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Gezi Planlama Uygulaması</a:t>
            </a:r>
            <a:endParaRPr lang="en-US" sz="2400" dirty="0">
              <a:solidFill>
                <a:srgbClr val="E8A838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4165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Bütçenize · Konumunuza · İlgi Alanlarınıza Göre Kişisel Gezi Planı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0654" r="30654"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645920"/>
            <a:ext cx="3657600" cy="77724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37160" y="17099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Amacı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931920" y="274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Yapıyor?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931920" y="96012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2809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31920" y="960120"/>
            <a:ext cx="6400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069080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069080" y="15087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Bütçeye uygun otel rezervasyonu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96012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2809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960120"/>
            <a:ext cx="6400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🍽️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92240" y="15087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önerileri ve günlük öğün planı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31920" y="233172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2809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31920" y="2331720"/>
            <a:ext cx="6400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4069080" y="2441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69080" y="28803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durumuna göre akıllı rota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55080" y="233172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2809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55080" y="2331720"/>
            <a:ext cx="6400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2441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92240" y="28803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 saatlerine uygun gezi planı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931920" y="370332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2809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931920" y="3703320"/>
            <a:ext cx="6400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4069080" y="3813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069080" y="42519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Saatlik günlük program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55080" y="3703320"/>
            <a:ext cx="22402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2809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55080" y="3703320"/>
            <a:ext cx="64008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38130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492240" y="425196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aktivite önerileri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Temel Özellik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566160" y="932688"/>
            <a:ext cx="20116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143000"/>
            <a:ext cx="2029968" cy="3657600"/>
          </a:xfrm>
          <a:prstGeom prst="rect">
            <a:avLst/>
          </a:prstGeom>
          <a:solidFill>
            <a:srgbClr val="13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0299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130759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6420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000000"/>
                </a:solidFill>
              </a:rPr>
              <a:t>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Rezervasyonu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240487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Şehir, tarih ve bütçe giriş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" y="299923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Puana göre sıralama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" y="35935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Otomatik rezervasyon önerisi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143000"/>
            <a:ext cx="2029968" cy="3657600"/>
          </a:xfrm>
          <a:prstGeom prst="rect">
            <a:avLst/>
          </a:prstGeom>
          <a:solidFill>
            <a:srgbClr val="13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143000"/>
            <a:ext cx="20299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551176" y="130759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5876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51176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Planı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51176" y="240487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Kahvaltı, öğle ve akşam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51176" y="299923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Puan ve bütçe filtresi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51176" y="35935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Rotaya yakın seçenekler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143000"/>
            <a:ext cx="2029968" cy="3657600"/>
          </a:xfrm>
          <a:prstGeom prst="rect">
            <a:avLst/>
          </a:prstGeom>
          <a:solidFill>
            <a:srgbClr val="13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143000"/>
            <a:ext cx="20299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745736" y="130759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5332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45736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Rota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45736" y="240487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Gerçek zamanlı trafik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45736" y="299923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Ulaşım aracına göre süre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45736" y="35935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Saatlik plan oluşturma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1143000"/>
            <a:ext cx="2029968" cy="3657600"/>
          </a:xfrm>
          <a:prstGeom prst="rect">
            <a:avLst/>
          </a:prstGeom>
          <a:solidFill>
            <a:srgbClr val="13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1143000"/>
            <a:ext cx="202996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940296" y="130759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24788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0296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Ekstra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Önerileri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0296" y="240487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tr-TR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Yöresel workshop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0296" y="299923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Konser, kültürel etkinlik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0296" y="35935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Tekne turu, </a:t>
            </a:r>
            <a:r>
              <a:rPr lang="en-US" sz="1100" dirty="0" err="1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</a:t>
            </a:r>
            <a:r>
              <a:rPr lang="en-US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etkinlikleri</a:t>
            </a:r>
            <a:r>
              <a:rPr lang="tr-TR" sz="110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8446" r="28446"/>
          <a:stretch/>
        </p:blipFill>
        <p:spPr>
          <a:xfrm>
            <a:off x="0" y="960120"/>
            <a:ext cx="3108960" cy="41833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60120"/>
            <a:ext cx="3108960" cy="418338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960347"/>
            <a:ext cx="3108960" cy="438912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9728" y="97840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Kullanıcı Bilgileri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016" y="151790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Şehir: İstanbul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8016" y="19933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Süre: 3 gün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8016" y="24688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Bütçe: 3.000 TL/gün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8016" y="29443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 Ulaşım: Metro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0" y="3429000"/>
            <a:ext cx="3108960" cy="34747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" y="3465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Sistem Yanıtı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8016" y="38404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Uygun oteller önerilir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8016" y="416966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tr-TR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restoranlar önerilir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" y="44988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Saatlik plan oluşturulur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2" y="1085850"/>
            <a:ext cx="56692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246120" y="1051560"/>
            <a:ext cx="5669280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6"/>
          <p:cNvSpPr/>
          <p:nvPr/>
        </p:nvSpPr>
        <p:spPr>
          <a:xfrm>
            <a:off x="3383280" y="10789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Günlük Program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87952" y="1572768"/>
            <a:ext cx="0" cy="32918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33088" y="1527048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3310128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25112" y="14630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Uyanış ve hazırlık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33088" y="1865376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3310128" y="1801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25112" y="2106577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Kahvaltı – Beyoğlu </a:t>
            </a:r>
            <a:r>
              <a:rPr lang="tr-TR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133088" y="2203704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5"/>
          <p:cNvSpPr/>
          <p:nvPr/>
        </p:nvSpPr>
        <p:spPr>
          <a:xfrm>
            <a:off x="3310128" y="21396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325112" y="17739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Otelden çıkış, metroya biniş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33088" y="254203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8"/>
          <p:cNvSpPr/>
          <p:nvPr/>
        </p:nvSpPr>
        <p:spPr>
          <a:xfrm>
            <a:off x="3310128" y="24780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325112" y="24780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Galata Kulesi ziyareti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33088" y="2880360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3310128" y="2816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297680" y="2658441"/>
            <a:ext cx="4434840" cy="57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Öğle </a:t>
            </a:r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yemeği</a:t>
            </a: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</a:t>
            </a:r>
            <a:r>
              <a:rPr lang="tr-TR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Galata Sanat </a:t>
            </a:r>
            <a:r>
              <a:rPr lang="tr-TR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Restorant</a:t>
            </a: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133088" y="3218688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4"/>
          <p:cNvSpPr/>
          <p:nvPr/>
        </p:nvSpPr>
        <p:spPr>
          <a:xfrm>
            <a:off x="3310128" y="3154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:00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325112" y="3154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33088" y="3557016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7"/>
          <p:cNvSpPr/>
          <p:nvPr/>
        </p:nvSpPr>
        <p:spPr>
          <a:xfrm>
            <a:off x="3310128" y="3493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325112" y="34930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</a:t>
            </a: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Kulesi</a:t>
            </a: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Boğaz</a:t>
            </a: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33088" y="3895344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0"/>
          <p:cNvSpPr/>
          <p:nvPr/>
        </p:nvSpPr>
        <p:spPr>
          <a:xfrm>
            <a:off x="3310128" y="38313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325112" y="38313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Akşam</a:t>
            </a: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yemeği</a:t>
            </a:r>
            <a:r>
              <a:rPr lang="tr-TR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tr-TR" sz="1100" dirty="0" err="1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Peymane</a:t>
            </a:r>
            <a:r>
              <a:rPr lang="tr-TR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Pera 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133088" y="423367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3"/>
          <p:cNvSpPr/>
          <p:nvPr/>
        </p:nvSpPr>
        <p:spPr>
          <a:xfrm>
            <a:off x="3310128" y="4169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21:30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325112" y="41696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turu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133088" y="4572000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9" name="Text 46"/>
          <p:cNvSpPr/>
          <p:nvPr/>
        </p:nvSpPr>
        <p:spPr>
          <a:xfrm>
            <a:off x="3310128" y="4507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23:00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325112" y="4507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Otele varış</a:t>
            </a:r>
            <a:endParaRPr lang="en-US" sz="11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D354C696-D7BD-89DA-C343-5A3AD7C46181}"/>
              </a:ext>
            </a:extLst>
          </p:cNvPr>
          <p:cNvSpPr/>
          <p:nvPr/>
        </p:nvSpPr>
        <p:spPr>
          <a:xfrm>
            <a:off x="4297680" y="31306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 Kulesi’ne varış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ile Çalışma Yöntemimiz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383280" y="877824"/>
            <a:ext cx="23774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143000"/>
            <a:ext cx="2606040" cy="3566160"/>
          </a:xfrm>
          <a:prstGeom prst="rect">
            <a:avLst/>
          </a:prstGeom>
          <a:solidFill>
            <a:srgbClr val="13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26060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618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 ihtiyaçlarını belirler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Öncelikleri yönetir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Backlog'u düzenler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Müşteri perspektifini temsil eder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37560" y="1143000"/>
            <a:ext cx="2606040" cy="3566160"/>
          </a:xfrm>
          <a:prstGeom prst="rect">
            <a:avLst/>
          </a:prstGeom>
          <a:solidFill>
            <a:srgbClr val="13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43000"/>
            <a:ext cx="26060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618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514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Scrum sürecini yönetir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Takım koordinasyonunu sağlar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34290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Engellemeleri ortadan kaldırır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38862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tr-TR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</a:t>
            </a: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standup toplantıları yönetir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143000"/>
            <a:ext cx="2606040" cy="3566160"/>
          </a:xfrm>
          <a:prstGeom prst="rect">
            <a:avLst/>
          </a:prstGeom>
          <a:solidFill>
            <a:srgbClr val="13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143000"/>
            <a:ext cx="260604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618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2514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50" dirty="0" err="1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</a:t>
            </a: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</a:t>
            </a:r>
            <a:r>
              <a:rPr lang="tr-TR" sz="1150" dirty="0" err="1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9360" y="29718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Sprint görevlerini tamamlar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Kod incelemesi yapar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Teknik çözümler üretir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solidFill>
            <a:srgbClr val="0D2535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8006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Sprint: Planlama → Geliştirme → İnceleme → Retrospektif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25984" r="25984"/>
          <a:stretch/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46320" y="0"/>
            <a:ext cx="429768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27432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1097280"/>
            <a:ext cx="4389120" cy="1170432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97280"/>
            <a:ext cx="73152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1188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Sistem &amp; Arayüz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" y="1828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kayıt/giriş sistemi · Şehir, tarih ve bütçe ekranları · Veritabanı bağlantıları · API entegrasyon başlangıcı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395728"/>
            <a:ext cx="4389120" cy="1170432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395728"/>
            <a:ext cx="73152" cy="1170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2487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" y="27797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Planlama Sistemi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8912" y="3127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öneri algoritması · Restoran filtreleme &amp; puanlama · Trafik verisi entegrasyonu · Harita &amp; açılış saati kontrolü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694176"/>
            <a:ext cx="4389120" cy="1170432"/>
          </a:xfrm>
          <a:prstGeom prst="rect">
            <a:avLst/>
          </a:prstGeom>
          <a:solidFill>
            <a:srgbClr val="132233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3694176"/>
            <a:ext cx="73152" cy="11704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" y="37856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8912" y="40782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Rota, Aktiviteler &amp; Final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" y="4425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Saatlik gezi planı motoru · Alternatif etkinlik önerileri · Test &amp; hata düzeltme · Kullanıcıya plan sunumu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800600"/>
            <a:ext cx="4389120" cy="274320"/>
          </a:xfrm>
          <a:prstGeom prst="rect">
            <a:avLst/>
          </a:prstGeom>
          <a:solidFill>
            <a:srgbClr val="0D2535"/>
          </a:solidFill>
          <a:ln/>
        </p:spPr>
      </p:sp>
      <p:sp>
        <p:nvSpPr>
          <p:cNvPr id="22" name="Text 19"/>
          <p:cNvSpPr/>
          <p:nvPr/>
        </p:nvSpPr>
        <p:spPr>
          <a:xfrm>
            <a:off x="384048" y="481888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· Scrum Master · Development Team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Olası Problemler &amp; Çözümler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2412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521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Trafik verisi güncel olmayabilir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59152" y="115214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Gerçek zamanlı API + alternatif rota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95144" y="102412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2412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2412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521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Açılış saati hataları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03720" y="115214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Otomatik yenileme + kullanıcı uyarısı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39712" y="102412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02996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02996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579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API</a:t>
            </a:r>
            <a:r>
              <a:rPr lang="tr-TR" sz="1050" dirty="0"/>
              <a:t> </a:t>
            </a:r>
            <a:r>
              <a:rPr lang="tr-TR" sz="1050" dirty="0">
                <a:solidFill>
                  <a:schemeClr val="accent2">
                    <a:lumMod val="50000"/>
                  </a:schemeClr>
                </a:solidFill>
              </a:rPr>
              <a:t>(Uygulama Programlama Arayüzü)</a:t>
            </a: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bağlantı sorunları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59152" y="215798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Yedek API + önbellekleme sistemi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95144" y="202996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02996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2996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579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Bütçe aşımı riski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03720" y="215798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Fiyat filtreleme + harcama limiti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39712" y="202996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03580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3580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16382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Rota optimizasyon hatası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59152" y="316382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 kısa yol algoritmaları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95144" y="303580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3580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3580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16382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Yoğun sistem kullanımı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03720" y="316382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Bulut tabanlı altyapı + </a:t>
            </a:r>
            <a:r>
              <a:rPr lang="tr-TR" sz="1050" dirty="0" err="1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önbellekleme</a:t>
            </a:r>
            <a:r>
              <a:rPr lang="tr-TR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sistemi </a:t>
            </a: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tr-TR" sz="1050" dirty="0" err="1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r>
              <a:rPr lang="tr-TR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optimizasyonu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39712" y="303580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404164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404164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16966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GPS konum hataları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359152" y="416966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Konum doğrulama + manuel seçim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95144" y="404164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4041648"/>
            <a:ext cx="4251960" cy="85953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4041648"/>
            <a:ext cx="2011680" cy="859536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416966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Karmaşık kullanıcı arayüzü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03720" y="416966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Basit tasarım + kullanıcı testi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39712" y="4041648"/>
            <a:ext cx="0" cy="859536"/>
          </a:xfrm>
          <a:prstGeom prst="line">
            <a:avLst/>
          </a:prstGeom>
          <a:noFill/>
          <a:ln w="12700">
            <a:solidFill>
              <a:srgbClr val="DDE8E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9319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35188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931920" y="0"/>
            <a:ext cx="521208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0" y="2560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Avantajları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114800" y="886968"/>
            <a:ext cx="19202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4069080" y="11704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617720" y="1143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Tasarrufu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14264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planlama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</a:t>
            </a: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uygulamada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.Tatil için uzun araştırma süresi ortadan kalkar.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69080" y="1700784"/>
            <a:ext cx="4663440" cy="0"/>
          </a:xfrm>
          <a:prstGeom prst="line">
            <a:avLst/>
          </a:prstGeom>
          <a:noFill/>
          <a:ln w="9525">
            <a:solidFill>
              <a:srgbClr val="1E3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9080" y="18196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17720" y="17922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Kararsızlığı Giderir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17720" y="2075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Saatlik program ile net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</a:t>
            </a: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haritası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sunar.Gün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daha düzenli ve verimli geçer.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9080" y="2350008"/>
            <a:ext cx="4663440" cy="0"/>
          </a:xfrm>
          <a:prstGeom prst="line">
            <a:avLst/>
          </a:prstGeom>
          <a:noFill/>
          <a:ln w="9525">
            <a:solidFill>
              <a:srgbClr val="1E35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69080" y="246888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17720" y="2441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Kişiselleştirilmiş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17720" y="2724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Bütçe, ilgi ve araç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bazlı</a:t>
            </a: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.Kişiselleştirilmiş bir deneyim sunar.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069080" y="2999232"/>
            <a:ext cx="4663440" cy="0"/>
          </a:xfrm>
          <a:prstGeom prst="line">
            <a:avLst/>
          </a:prstGeom>
          <a:noFill/>
          <a:ln w="9525">
            <a:solidFill>
              <a:srgbClr val="1E35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69080" y="311810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🚦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617720" y="3090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 Yönetimi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17720" y="33741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</a:t>
            </a: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optimizasyonu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.Zaman kaybı olmadan plan uygulanır.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069080" y="3648456"/>
            <a:ext cx="4663440" cy="0"/>
          </a:xfrm>
          <a:prstGeom prst="line">
            <a:avLst/>
          </a:prstGeom>
          <a:noFill/>
          <a:ln w="9525">
            <a:solidFill>
              <a:srgbClr val="1E35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69080" y="37673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617720" y="37398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Deneyimler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17720" y="4023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Popüler yerler dışında farklı yerler </a:t>
            </a:r>
            <a:r>
              <a:rPr lang="tr-TR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sunar.Deneyimi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zenginleştirir.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069080" y="4297680"/>
            <a:ext cx="4663440" cy="0"/>
          </a:xfrm>
          <a:prstGeom prst="line">
            <a:avLst/>
          </a:prstGeom>
          <a:noFill/>
          <a:ln w="9525">
            <a:solidFill>
              <a:srgbClr val="1E35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69080" y="44165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😌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617720" y="4389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 Azaltır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617720" y="46725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planlama ile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rahat</a:t>
            </a:r>
            <a:r>
              <a:rPr lang="en-US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seyahat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.Tek tek düşünme sorunu ortadan </a:t>
            </a:r>
            <a:r>
              <a:rPr lang="tr-TR" sz="1100" dirty="0" err="1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kalkar,stres</a:t>
            </a:r>
            <a:r>
              <a:rPr lang="tr-TR" sz="11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azalır.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236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9237" y="0"/>
            <a:ext cx="9231745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645920" y="1280160"/>
            <a:ext cx="5852160" cy="265176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1417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6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martTrip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645920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Seyahati Akıllı Hale Getiriyoruz</a:t>
            </a:r>
            <a:endParaRPr lang="en-US" sz="2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474720" y="3108960"/>
            <a:ext cx="219456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3291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E8C506A-4454-9169-3C05-2A65D377D606}"/>
              </a:ext>
            </a:extLst>
          </p:cNvPr>
          <p:cNvSpPr txBox="1"/>
          <p:nvPr/>
        </p:nvSpPr>
        <p:spPr>
          <a:xfrm>
            <a:off x="7498080" y="4204781"/>
            <a:ext cx="271087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solidFill>
                  <a:schemeClr val="bg1"/>
                </a:solidFill>
              </a:rPr>
              <a:t>Projeye Katkı Sağlayanlar  </a:t>
            </a:r>
          </a:p>
          <a:p>
            <a:r>
              <a:rPr lang="tr-TR" sz="1100" dirty="0">
                <a:solidFill>
                  <a:schemeClr val="bg1"/>
                </a:solidFill>
              </a:rPr>
              <a:t>         </a:t>
            </a:r>
          </a:p>
          <a:p>
            <a:r>
              <a:rPr lang="tr-TR" sz="1100" dirty="0">
                <a:solidFill>
                  <a:schemeClr val="bg1"/>
                </a:solidFill>
              </a:rPr>
              <a:t>Elif </a:t>
            </a:r>
            <a:r>
              <a:rPr lang="tr-TR" sz="1100" dirty="0" err="1">
                <a:solidFill>
                  <a:schemeClr val="bg1"/>
                </a:solidFill>
              </a:rPr>
              <a:t>Yalduz</a:t>
            </a:r>
            <a:r>
              <a:rPr lang="tr-TR" sz="1100" dirty="0">
                <a:solidFill>
                  <a:schemeClr val="bg1"/>
                </a:solidFill>
              </a:rPr>
              <a:t>       </a:t>
            </a:r>
          </a:p>
          <a:p>
            <a:r>
              <a:rPr lang="tr-TR" sz="1100" dirty="0">
                <a:solidFill>
                  <a:schemeClr val="bg1"/>
                </a:solidFill>
              </a:rPr>
              <a:t>Burak Mungan         </a:t>
            </a:r>
          </a:p>
          <a:p>
            <a:r>
              <a:rPr lang="tr-TR" sz="1100" dirty="0">
                <a:solidFill>
                  <a:schemeClr val="bg1"/>
                </a:solidFill>
              </a:rPr>
              <a:t>Burak Ünal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69677646-CB4F-156E-6636-15CA67941A2E}"/>
              </a:ext>
            </a:extLst>
          </p:cNvPr>
          <p:cNvSpPr/>
          <p:nvPr/>
        </p:nvSpPr>
        <p:spPr>
          <a:xfrm>
            <a:off x="7596908" y="4461809"/>
            <a:ext cx="1408545" cy="45719"/>
          </a:xfrm>
          <a:prstGeom prst="rect">
            <a:avLst/>
          </a:prstGeom>
          <a:solidFill>
            <a:srgbClr val="E8A83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598</Words>
  <Application>Microsoft Office PowerPoint</Application>
  <PresentationFormat>Ekran Gösterisi (16:9)</PresentationFormat>
  <Paragraphs>158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smartTrip - Akıllı Gezi Planlama Uygulaması</dc:title>
  <dc:subject>PptxGenJS Presentation</dc:subject>
  <dc:creator>PptxGenJS</dc:creator>
  <cp:lastModifiedBy>Ali Mert yıldırım</cp:lastModifiedBy>
  <cp:revision>4</cp:revision>
  <dcterms:created xsi:type="dcterms:W3CDTF">2026-05-12T12:01:04Z</dcterms:created>
  <dcterms:modified xsi:type="dcterms:W3CDTF">2026-05-12T13:44:48Z</dcterms:modified>
</cp:coreProperties>
</file>